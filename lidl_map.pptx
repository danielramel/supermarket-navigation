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1" r:id="rId5"/>
    <p:sldId id="260" r:id="rId6"/>
    <p:sldId id="267" r:id="rId7"/>
    <p:sldId id="266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E56D7-2E56-41E8-98C9-65872C265733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20A1C-403A-4F19-AE7D-B6D00C1540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5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0A1C-403A-4F19-AE7D-B6D00C15404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847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C0DE-2EA9-1E4D-A127-F24D0806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87582-5B11-15B1-61FD-043538091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785E9-CFFD-433A-1ACC-C5F451212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4CBAC-AF7E-7690-EFB6-14FC975B3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0A1C-403A-4F19-AE7D-B6D00C15404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433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223E-F2EA-0D78-77B8-EBFAC83D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8DF3C-8C17-05E4-6649-B1A4636C6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C6099-24B1-F6B2-DC4E-CA5A63145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AEACF-8B0C-950E-5ABD-B37CD4B63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0A1C-403A-4F19-AE7D-B6D00C15404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169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9CBF-F2E5-27AA-6777-5659CB2BE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10966-76DB-03B0-1E19-2A4B2ABF9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D3D1A-2D48-59AB-7A58-8830D32D2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6C76F-93FA-5132-9741-589E190F3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0A1C-403A-4F19-AE7D-B6D00C15404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918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FC3C3-1491-2EA8-1AC1-113A7A4D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B9C4C-D8CF-BF8B-BA83-61C6975AD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1D0E2-FFFB-228D-FB16-9790027F6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8371-79DD-4ED2-66D4-707797AF6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0A1C-403A-4F19-AE7D-B6D00C15404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96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37C56-B9C5-6686-1261-2DD37AF6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9F181-012B-5A14-4146-582A3D57E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D0E9F-0C41-3528-EAF6-33D50B1CB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75F17-E328-6202-010D-38C760E0C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20A1C-403A-4F19-AE7D-B6D00C15404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29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83D5-6582-388E-406C-159DBBA7E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C6359-C7C9-18D4-B106-A7FCBDF84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D801F-ABB8-5A7A-B2ED-48951A9AC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F80E1-19F6-7BAE-CAF3-AD28685C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92E1-ADFC-D8C5-6F0F-F9D0E27A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6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93A2-AD88-CA3B-06A2-85B0D4AA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264F-B8BB-ABCF-7B74-3B0DA537C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E84F-8BCE-C54D-B839-82F0E4172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F5A30-40C8-3555-440A-A71A7D79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9ABBC-6CD4-EDBA-B2F5-05125613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29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47A9-9D84-48A5-CF4A-ABC5CE10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826EB-3043-40B5-162F-8847DE5D3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DF624-7959-587E-FA0D-A8ACE464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5664-DA19-7D74-5073-ACB40443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0FB96-567F-F704-8BA8-DE30523C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0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7C63-2D96-BB40-6BAC-762FD3A4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B7618-B1C0-1D0D-4B6E-DC3C6DDB8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E10D8-9DB2-B68C-5D4D-540368175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A8DE0-5D2D-F8B1-8374-1A4DF076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E0C34-BC73-AF5E-2035-3291AE1F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6C18B-C71A-2F7C-8D75-E2898ABE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19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1762-58FA-A369-F277-B7BD1EB5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D3A2F-A474-5A95-9810-C4584229E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746CE-51AB-882A-45F6-E264124FE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55682-F0B4-FC93-2A67-52752B7A6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93F3C-7DA7-A519-EF40-427CD0EDE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D0DB7-730D-7965-DB71-9912D191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503F7-D8D0-D872-9068-5DE45246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70021-0B52-5771-A8F6-81ADBF43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15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43EE-3C71-FF31-6506-C42F7853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33EAC-2050-0554-85BE-FA97B460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32951-9734-6879-1B0F-F1079903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F365A-67A8-040F-DBE8-21FA3EE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08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19872-8384-AE10-DB7A-2576362A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A38BC-B3BC-8462-C849-A0482D24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0A1E0-A8EA-D218-1F0C-54020B86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69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E5E8-0FAA-8A7F-D528-1230356D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B71A2-45B8-ADC0-4802-E5DCA05E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6B9E7-975C-3FC9-3CD9-95C55E6E4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F3A91-493F-8403-FC3D-51050912F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B13F-7941-D472-DCBD-4CE0E0C4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911B5-8B17-1B83-EB49-AB2AC1AB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97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6C2E-EEAF-40EA-D593-B84FC067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C990D-CCE9-5C93-9245-515FB7B6DE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518A9-4AC7-1A33-AF84-E42CF48AA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BF5A3-8F85-3EF0-0115-A026E4E3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88BFF-B459-324E-F8A6-8412FDFA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EF16F-5DB9-6822-C551-8E9B5A92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38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E557-B869-0805-43B4-43A23080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CE9AA-0442-A645-9DBE-9A053C3BF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49098-1450-543C-C1D4-564AE241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1B09A-C9F5-82A4-98A9-6040F9FC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7B640-7312-5DF1-7C2D-E9A3D12E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3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BB3EB4-2598-E54B-BF95-1FECD20C4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601C3-B7CC-ECCC-2369-E986D6023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8C9CE-8470-2F01-1E5E-AF3670D7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C1E4D-D2B1-E5CF-3663-AFDC6325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45C78-9516-260F-2E8B-B5307CE2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27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ECF6C-D6A3-0699-5226-6A0A307B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6F97A-1D2C-4F5E-9B88-901771B25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19377-9C98-CE9A-4A6F-C780D93D8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5B483-2E49-4929-8F6A-CA3297326EEC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E661-6769-2E51-6D33-F85B9DE19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50DB6-2AC1-B6B0-D7F0-7AF5706B5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22435-9AEE-4B99-9CA8-E54628060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23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EA0217-16A2-44C9-77FB-86BBABF70C59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3CC6E-4650-A8E4-6D73-B9A1A0F4A62E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56CE7-61AA-9156-73C9-ACC355025519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6F06D-B4DA-3F80-BDBA-4C2D9967A08F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7827D4-39A6-613E-3782-15823DC9CACA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C3049-BC8C-B8FA-CB6F-0366195D3CAA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1C034-6D23-6E92-3112-74245340653D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1B0FD-C05C-3D88-F2F9-AF8586910A0F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A9117F-043F-1121-4378-1843EF97312C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F3D9B6-260A-ABDC-E7C9-E55E671363CF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3FE0B-6A4F-A2F5-416B-83BB39E1E98A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99D8C-4631-99AB-5BED-A7B21E6CDD75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2A454A-793D-695A-9AD3-BDE03A074742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E7C2E2E-ABA0-CD07-D1CB-9DA4ED3669A6}"/>
              </a:ext>
            </a:extLst>
          </p:cNvPr>
          <p:cNvSpPr/>
          <p:nvPr/>
        </p:nvSpPr>
        <p:spPr>
          <a:xfrm rot="16200000">
            <a:off x="1609574" y="5130063"/>
            <a:ext cx="1476570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28D6050-93AD-308B-2964-48460C5BFCBD}"/>
              </a:ext>
            </a:extLst>
          </p:cNvPr>
          <p:cNvSpPr/>
          <p:nvPr/>
        </p:nvSpPr>
        <p:spPr>
          <a:xfrm>
            <a:off x="2493057" y="4463282"/>
            <a:ext cx="1476570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30C7B8-3CE3-2353-A057-070D703A1EE6}"/>
              </a:ext>
            </a:extLst>
          </p:cNvPr>
          <p:cNvSpPr/>
          <p:nvPr/>
        </p:nvSpPr>
        <p:spPr>
          <a:xfrm>
            <a:off x="3836679" y="4777006"/>
            <a:ext cx="271862" cy="271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73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1AA03-FD01-4346-2CEC-66DC5507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E4037A-2C22-C5CE-C556-0790E4A2BEBF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0CB70-1991-242D-1702-834624E3034D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77EF12-A1DF-76BC-E7F9-6F922FB5490C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EE1F3-08C2-45BC-CA2F-ABA620FC4FD1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54818-A51B-1278-6A1B-D993F8BE7875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B6B61-278C-C181-8C0A-ACD772BB3319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EEBED-FDCC-73A2-0B61-6195B3DDDD99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AD8A6D-C808-FECF-9147-7D997DF12BAC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A2F946-B679-061B-AEF2-DD0C752CBC95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108B72-93E4-BD23-7793-F2469E33E5A2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C2FCA-BD17-3BD0-24D8-75202FCAB3CF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D8665-63EE-5BA6-970E-4B3029B9EACD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22849E-E09C-C120-9FF3-F16C1877861C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A2E11C0-ECA8-0637-6C10-70EA8F05EA93}"/>
              </a:ext>
            </a:extLst>
          </p:cNvPr>
          <p:cNvSpPr/>
          <p:nvPr/>
        </p:nvSpPr>
        <p:spPr>
          <a:xfrm>
            <a:off x="4220196" y="4670995"/>
            <a:ext cx="6380129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E4D533-F62A-AE1D-47E7-EB95184885B9}"/>
              </a:ext>
            </a:extLst>
          </p:cNvPr>
          <p:cNvSpPr/>
          <p:nvPr/>
        </p:nvSpPr>
        <p:spPr>
          <a:xfrm flipH="1">
            <a:off x="10588620" y="4729926"/>
            <a:ext cx="249515" cy="22567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33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6BC8-FF21-BD92-295B-132FE887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560B5C-9AAC-9D43-FB07-D569B354B263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EE67B-1250-AA8C-31C9-9064AD6856C7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F44BB-01AC-06E8-3F49-CA0887882003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DF5E4-2A39-6B54-712F-1F19D4B572BB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49AEDB-88C9-1BF2-1716-9AFF9D39DE4A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7DA3C-9829-0CC6-5997-DC7FC3CDDF20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669A36-5EEF-060E-4AE2-B859798B1B33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443CC6-9F95-B917-D4CA-2CAD41990A30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7563D-056B-B81E-EBC7-E64B14B68268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230B0-C99D-FDAA-2A5F-B647A7867941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19518D-C991-9A4A-86F8-BD29DFD1EA78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1304B-D2F0-44B9-1A12-723461E8B633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13ED71-1746-33BA-8B16-09E1FE5497BB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1E55988-0957-355B-5BFE-D10854B7CFC0}"/>
              </a:ext>
            </a:extLst>
          </p:cNvPr>
          <p:cNvSpPr/>
          <p:nvPr/>
        </p:nvSpPr>
        <p:spPr>
          <a:xfrm rot="16200000">
            <a:off x="10083554" y="3926279"/>
            <a:ext cx="1302868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56A277-B95B-C9A1-2824-E44F39B15CB7}"/>
              </a:ext>
            </a:extLst>
          </p:cNvPr>
          <p:cNvSpPr/>
          <p:nvPr/>
        </p:nvSpPr>
        <p:spPr>
          <a:xfrm flipH="1">
            <a:off x="8860314" y="3467560"/>
            <a:ext cx="304390" cy="27530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BE3521F-0F7B-E840-F12F-A53F0BA7BC62}"/>
              </a:ext>
            </a:extLst>
          </p:cNvPr>
          <p:cNvSpPr/>
          <p:nvPr/>
        </p:nvSpPr>
        <p:spPr>
          <a:xfrm rot="10800000">
            <a:off x="9230747" y="3342325"/>
            <a:ext cx="1302868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02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9CA-A657-D034-A251-BF3BECB37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39EB99-5468-A3E7-A372-42AEE73746AE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3A7340-FAA3-AD58-ED87-6FF750DF846B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3EB4B-1016-E0CF-16D1-4774FA4FA30A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20B2C0-0F3F-7872-A905-A2DA2697959E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1E4B89-2AE2-686B-7204-99CF451B6853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EBA20-E4B3-231D-DDE9-CCFD41069352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35EAFE-12D6-9FF8-5238-343CCAF42936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1E04E0-0205-6409-346C-F75D1EB95D42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C0415B-2B46-18A2-D7E7-DB1896F32554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615FEF-1EED-DB3E-4B31-99D116897026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066DAA-A488-C0B0-FB96-9B8D6721F681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694302-948A-FDFD-5DF0-0757E186D1FC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1F1D9-7D29-1010-5856-4F33CCF3E8C1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AE68FC9-1599-429D-54EF-E5A2B2C288BA}"/>
              </a:ext>
            </a:extLst>
          </p:cNvPr>
          <p:cNvSpPr/>
          <p:nvPr/>
        </p:nvSpPr>
        <p:spPr>
          <a:xfrm>
            <a:off x="9007203" y="3367196"/>
            <a:ext cx="1611636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81D7309-7B06-77C3-4B38-6DAABB339034}"/>
              </a:ext>
            </a:extLst>
          </p:cNvPr>
          <p:cNvSpPr/>
          <p:nvPr/>
        </p:nvSpPr>
        <p:spPr>
          <a:xfrm rot="16200000">
            <a:off x="9627807" y="2282321"/>
            <a:ext cx="2214362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F48C7A-6E00-BF6E-D39B-F2934D273821}"/>
              </a:ext>
            </a:extLst>
          </p:cNvPr>
          <p:cNvSpPr/>
          <p:nvPr/>
        </p:nvSpPr>
        <p:spPr>
          <a:xfrm flipH="1">
            <a:off x="10633741" y="889280"/>
            <a:ext cx="304390" cy="27530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45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A8B8-CD09-66B8-31D4-E0E6C3B7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310C1-1571-6579-9F0D-52A55351A790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BA47A-8220-57AE-FFB6-FDE72612472B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7BE1E-1548-2205-9CCB-BB85B5EC7F44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84D50-E60F-A499-0660-D04D203E52C0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495BA-40DA-47FE-C871-8B0924FD93BB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28612C-8D4D-161F-D1A3-9027B3980122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337D6F-AA7A-C835-90A6-AAE7492A5DB5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8549D-1103-FD7F-9858-C4469B91C794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08D3B-6F7C-B11E-433F-AD355D594A99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2F87A1-622A-E6B7-476E-7467905E3E83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443DF0-A630-3F1B-2C80-D4D602D021E9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CD5D67-0B5F-6963-20FF-1BB0D935127C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F3BA7-1D1F-A303-4683-14043BCD794E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DF9B1B4-8F22-B357-39D4-8C4568D47B59}"/>
              </a:ext>
            </a:extLst>
          </p:cNvPr>
          <p:cNvSpPr/>
          <p:nvPr/>
        </p:nvSpPr>
        <p:spPr>
          <a:xfrm rot="10800000">
            <a:off x="2099891" y="878790"/>
            <a:ext cx="8635097" cy="34353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44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98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F0527-7D12-09D2-997B-571C7AFA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A866C0-1F00-2507-7120-FF2B7328C0CD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B911A-2924-773B-34EE-A0213E708A90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B3D8EA-E339-A0C2-6926-304BBA35A31D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9A8DE-D22A-3AA0-F5C1-12F332C1791E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E3194-D362-1E87-C6DA-999777DEEFAB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B117A-0C3F-828F-EFFE-773F4D3362B6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BAC98-85C2-323A-61C7-F8D6B1C3FE8E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C0FBB-EC21-7710-4752-EE0A6ED540FF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1701C-75AC-A9C6-42E2-6FBC8C69DD4D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3A9EA9-C80B-1653-1483-28BB2147346A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8904CC-DC09-FFD4-218B-D3B2E578F130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A036EF-A2B2-BCB0-3450-8BFB746EB467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A4922E-121B-452B-9FC4-55761DC1BA2D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68C65EA-BE6B-0E31-2C44-8B1E211703FE}"/>
              </a:ext>
            </a:extLst>
          </p:cNvPr>
          <p:cNvSpPr/>
          <p:nvPr/>
        </p:nvSpPr>
        <p:spPr>
          <a:xfrm rot="16200000">
            <a:off x="2176092" y="5696580"/>
            <a:ext cx="343536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22AF45D-0E9E-7869-9660-7A2CF9A5E4B1}"/>
              </a:ext>
            </a:extLst>
          </p:cNvPr>
          <p:cNvSpPr/>
          <p:nvPr/>
        </p:nvSpPr>
        <p:spPr>
          <a:xfrm>
            <a:off x="2463238" y="5586043"/>
            <a:ext cx="6828246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C99F8A-8EAC-2892-7D38-71E156373DA6}"/>
              </a:ext>
            </a:extLst>
          </p:cNvPr>
          <p:cNvSpPr/>
          <p:nvPr/>
        </p:nvSpPr>
        <p:spPr>
          <a:xfrm>
            <a:off x="9258621" y="5424717"/>
            <a:ext cx="271862" cy="271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25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E478-9314-D42E-69DF-73A75B3E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63D076-3B6E-D706-6859-F9FDE9635D6C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9F0DB0-D761-AD3B-70AB-714CC7B2CF1C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E2D05-6F8A-2196-D9CE-8CBCD53F1C4B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D934B-AC77-F41B-9D16-AE2D0AB2D85A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E44D7-9DBE-3783-B8A8-51B9922F4796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E7DAC-E8FB-1E0D-FEDB-FDFD5C3D6437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3DDFC-E34B-87B7-10A3-A2F4B8459823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C922E0-F2E2-45F6-5F4E-F9B7111B1292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14388-2071-05CE-69E4-A47249E5FA31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A26678-B191-B1B1-6329-553A3EC870FF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017F89-90BE-1E43-B410-24C3148C4757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379CBB-839E-1A04-6957-EFD25C8241CA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BE96C-60F8-2D7D-4C4E-4866527B563B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4E49AF0-E464-AFC3-4835-30885AEB43EB}"/>
              </a:ext>
            </a:extLst>
          </p:cNvPr>
          <p:cNvSpPr/>
          <p:nvPr/>
        </p:nvSpPr>
        <p:spPr>
          <a:xfrm rot="16200000">
            <a:off x="9672258" y="4739705"/>
            <a:ext cx="1563850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B6B41EC-2B5F-6C5D-339D-5DB4D793C191}"/>
              </a:ext>
            </a:extLst>
          </p:cNvPr>
          <p:cNvSpPr/>
          <p:nvPr/>
        </p:nvSpPr>
        <p:spPr>
          <a:xfrm>
            <a:off x="9477005" y="5527363"/>
            <a:ext cx="1020176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40BDB6-9BA5-FA66-C690-3350E7A6CC2F}"/>
              </a:ext>
            </a:extLst>
          </p:cNvPr>
          <p:cNvSpPr/>
          <p:nvPr/>
        </p:nvSpPr>
        <p:spPr>
          <a:xfrm>
            <a:off x="10528058" y="3916295"/>
            <a:ext cx="271862" cy="271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463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CC2E-D7AC-BC4F-42F0-3C16442C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F6B10A-EDE8-0030-69FC-54B4C2E42C61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A9E0D-A622-3C5A-0ED0-2F7EEC9B3857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BE7055-BC38-150D-E71F-CBF610CCC029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373F6-809F-7820-1B83-751D488936B6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9D72AD-3DE0-7488-4E5F-EEC9D309884B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58ED23-B99E-6309-1004-9D5AD1C9EE8E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05816D-433B-AEFB-D0D4-24AB4AC60937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21841-AE7F-ED33-142B-3643D3D4DB33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1015D-251A-7B26-1FDA-F31931919C20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33180-C201-FCB5-B767-B4B954D636D1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64161B-5222-A26E-35B5-E791CFD9F0F8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E98431-9029-7A64-FDD1-F193C690D459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0F9F60-2821-72BC-A137-BC758C61CEAB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B2989CC-B9E5-68F0-C732-0EFF1C68679B}"/>
              </a:ext>
            </a:extLst>
          </p:cNvPr>
          <p:cNvSpPr/>
          <p:nvPr/>
        </p:nvSpPr>
        <p:spPr>
          <a:xfrm rot="16200000">
            <a:off x="10442931" y="3547467"/>
            <a:ext cx="275329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4F393E-C61F-6354-26B4-3D6F606D162A}"/>
              </a:ext>
            </a:extLst>
          </p:cNvPr>
          <p:cNvSpPr/>
          <p:nvPr/>
        </p:nvSpPr>
        <p:spPr>
          <a:xfrm>
            <a:off x="4823594" y="3118514"/>
            <a:ext cx="271862" cy="271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6DFF73A-3A82-367F-F7B0-1D82338C6FB2}"/>
              </a:ext>
            </a:extLst>
          </p:cNvPr>
          <p:cNvSpPr/>
          <p:nvPr/>
        </p:nvSpPr>
        <p:spPr>
          <a:xfrm rot="10800000">
            <a:off x="5122605" y="3276429"/>
            <a:ext cx="5457989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76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FF1B-84A5-DE67-F38F-75724C1B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E79FD2-C553-86A0-1AA7-B325D72D8148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C5734-2E7D-4075-D300-E062C1946EED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C5719D-7B38-9D24-31BC-159E5DACB5B6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37CE0-9533-33BF-E6A5-3CB73AE55B7F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4A792-9C54-3E46-0CFC-1A95D7860C6F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EC2BD-66C5-F5DC-8144-14B6D15E4E71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4209F-57EA-CDC5-BE1C-0EAA881185F6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BFA61-17C5-D16F-F518-D3CDD9A7ACB4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32E187-7D08-AC1D-8CD8-F8AB7D305336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A0D59-B226-01C3-D77F-5BC418B0FBB7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230793-346E-9B7F-120F-31F665E3F5C2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27FCD-D294-8B4C-69B6-67F6AC1A6946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0A903D-7014-D3BC-2DE3-D846002CDD95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6E17328-9DD6-B1BB-BCEC-A88FF87DE2DD}"/>
              </a:ext>
            </a:extLst>
          </p:cNvPr>
          <p:cNvSpPr/>
          <p:nvPr/>
        </p:nvSpPr>
        <p:spPr>
          <a:xfrm rot="16200000">
            <a:off x="2631766" y="3027406"/>
            <a:ext cx="275329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617092B-043A-D70F-E54E-E9606C3D2835}"/>
              </a:ext>
            </a:extLst>
          </p:cNvPr>
          <p:cNvSpPr/>
          <p:nvPr/>
        </p:nvSpPr>
        <p:spPr>
          <a:xfrm>
            <a:off x="2699517" y="2807714"/>
            <a:ext cx="271862" cy="2718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EF1D467-4B3B-FF47-0DFA-7B01ABB0D9C7}"/>
              </a:ext>
            </a:extLst>
          </p:cNvPr>
          <p:cNvSpPr/>
          <p:nvPr/>
        </p:nvSpPr>
        <p:spPr>
          <a:xfrm rot="10800000">
            <a:off x="2782528" y="3149786"/>
            <a:ext cx="2081307" cy="34353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63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DBFD-8EFD-C6EA-6E3A-A6BA37BC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988F6D-D5F7-9D60-D1D2-C2BF6F407B88}"/>
              </a:ext>
            </a:extLst>
          </p:cNvPr>
          <p:cNvSpPr/>
          <p:nvPr/>
        </p:nvSpPr>
        <p:spPr>
          <a:xfrm>
            <a:off x="1457011" y="633047"/>
            <a:ext cx="641043" cy="54682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1FC75-5738-A83C-8D60-03E5B9FCBF34}"/>
              </a:ext>
            </a:extLst>
          </p:cNvPr>
          <p:cNvSpPr/>
          <p:nvPr/>
        </p:nvSpPr>
        <p:spPr>
          <a:xfrm>
            <a:off x="2098054" y="633046"/>
            <a:ext cx="8874745" cy="256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B71B55-0D60-ECF2-3408-4100EC7585FC}"/>
              </a:ext>
            </a:extLst>
          </p:cNvPr>
          <p:cNvSpPr/>
          <p:nvPr/>
        </p:nvSpPr>
        <p:spPr>
          <a:xfrm>
            <a:off x="10734989" y="889280"/>
            <a:ext cx="237810" cy="5212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9E962-EC41-A1CA-FD8B-2026758A3B71}"/>
              </a:ext>
            </a:extLst>
          </p:cNvPr>
          <p:cNvSpPr/>
          <p:nvPr/>
        </p:nvSpPr>
        <p:spPr>
          <a:xfrm>
            <a:off x="2576052" y="5859432"/>
            <a:ext cx="8158938" cy="241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66D782-1464-598B-9148-987E9F468090}"/>
              </a:ext>
            </a:extLst>
          </p:cNvPr>
          <p:cNvSpPr/>
          <p:nvPr/>
        </p:nvSpPr>
        <p:spPr>
          <a:xfrm>
            <a:off x="2989595" y="4904061"/>
            <a:ext cx="3380245" cy="686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37B01-8971-74ED-A747-6E6CF473F5A3}"/>
              </a:ext>
            </a:extLst>
          </p:cNvPr>
          <p:cNvSpPr/>
          <p:nvPr/>
        </p:nvSpPr>
        <p:spPr>
          <a:xfrm>
            <a:off x="6896197" y="4910326"/>
            <a:ext cx="501445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72F5E-BA91-E4E3-7470-A9335CC16048}"/>
              </a:ext>
            </a:extLst>
          </p:cNvPr>
          <p:cNvSpPr/>
          <p:nvPr/>
        </p:nvSpPr>
        <p:spPr>
          <a:xfrm>
            <a:off x="7875640" y="4910324"/>
            <a:ext cx="2359740" cy="680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248F1D-61E5-88A3-B688-F2E962AFB54D}"/>
              </a:ext>
            </a:extLst>
          </p:cNvPr>
          <p:cNvSpPr/>
          <p:nvPr/>
        </p:nvSpPr>
        <p:spPr>
          <a:xfrm>
            <a:off x="2890684" y="3581599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F53D8-ADCB-2702-22DF-2C168239072B}"/>
              </a:ext>
            </a:extLst>
          </p:cNvPr>
          <p:cNvSpPr/>
          <p:nvPr/>
        </p:nvSpPr>
        <p:spPr>
          <a:xfrm>
            <a:off x="7972500" y="3581571"/>
            <a:ext cx="2359740" cy="874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938017-90CC-14DF-E395-FD0E24D559CC}"/>
              </a:ext>
            </a:extLst>
          </p:cNvPr>
          <p:cNvSpPr/>
          <p:nvPr/>
        </p:nvSpPr>
        <p:spPr>
          <a:xfrm>
            <a:off x="2890684" y="2428054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83F84-1BA1-F63C-597C-7ACFF1C30601}"/>
              </a:ext>
            </a:extLst>
          </p:cNvPr>
          <p:cNvSpPr/>
          <p:nvPr/>
        </p:nvSpPr>
        <p:spPr>
          <a:xfrm>
            <a:off x="7972500" y="2428026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708911-10D8-00E0-244B-E7A0F7E74F58}"/>
              </a:ext>
            </a:extLst>
          </p:cNvPr>
          <p:cNvSpPr/>
          <p:nvPr/>
        </p:nvSpPr>
        <p:spPr>
          <a:xfrm>
            <a:off x="2890684" y="1203672"/>
            <a:ext cx="4603818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F31C9C-4626-19A3-C1D6-7C2E395B6FC9}"/>
              </a:ext>
            </a:extLst>
          </p:cNvPr>
          <p:cNvSpPr/>
          <p:nvPr/>
        </p:nvSpPr>
        <p:spPr>
          <a:xfrm>
            <a:off x="7972500" y="1203644"/>
            <a:ext cx="2359740" cy="87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72A2DC-CED7-1C5E-D435-9BBCB27AD87C}"/>
              </a:ext>
            </a:extLst>
          </p:cNvPr>
          <p:cNvSpPr/>
          <p:nvPr/>
        </p:nvSpPr>
        <p:spPr>
          <a:xfrm rot="10800000">
            <a:off x="2183759" y="2783382"/>
            <a:ext cx="720131" cy="34353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66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</Words>
  <Application>Microsoft Office PowerPoint</Application>
  <PresentationFormat>Widescreen</PresentationFormat>
  <Paragraphs>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Ramel Daniel</dc:creator>
  <cp:lastModifiedBy>Ramel Daniel</cp:lastModifiedBy>
  <cp:revision>8</cp:revision>
  <dcterms:created xsi:type="dcterms:W3CDTF">2025-12-17T17:01:05Z</dcterms:created>
  <dcterms:modified xsi:type="dcterms:W3CDTF">2025-12-17T21:51:19Z</dcterms:modified>
</cp:coreProperties>
</file>